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0" r:id="rId1"/>
  </p:sldMasterIdLst>
  <p:sldIdLst>
    <p:sldId id="259" r:id="rId2"/>
    <p:sldId id="261" r:id="rId3"/>
    <p:sldId id="262" r:id="rId4"/>
    <p:sldId id="260"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9B7181-77DE-418D-A236-151322D37148}" v="62" dt="2025-04-06T19:18:33.3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NI KISHOR" userId="40a115aad22173b6" providerId="LiveId" clId="{7B9B7181-77DE-418D-A236-151322D37148}"/>
    <pc:docChg chg="addSld delSld modSld sldOrd">
      <pc:chgData name="SIVANI KISHOR" userId="40a115aad22173b6" providerId="LiveId" clId="{7B9B7181-77DE-418D-A236-151322D37148}" dt="2025-04-06T19:20:59.565" v="195" actId="20577"/>
      <pc:docMkLst>
        <pc:docMk/>
      </pc:docMkLst>
      <pc:sldChg chg="modTransition">
        <pc:chgData name="SIVANI KISHOR" userId="40a115aad22173b6" providerId="LiveId" clId="{7B9B7181-77DE-418D-A236-151322D37148}" dt="2025-04-06T19:15:34.841" v="152"/>
        <pc:sldMkLst>
          <pc:docMk/>
          <pc:sldMk cId="2789517064" sldId="259"/>
        </pc:sldMkLst>
      </pc:sldChg>
      <pc:sldChg chg="modTransition">
        <pc:chgData name="SIVANI KISHOR" userId="40a115aad22173b6" providerId="LiveId" clId="{7B9B7181-77DE-418D-A236-151322D37148}" dt="2025-04-06T19:16:40.456" v="167"/>
        <pc:sldMkLst>
          <pc:docMk/>
          <pc:sldMk cId="98939719" sldId="260"/>
        </pc:sldMkLst>
      </pc:sldChg>
      <pc:sldChg chg="modTransition">
        <pc:chgData name="SIVANI KISHOR" userId="40a115aad22173b6" providerId="LiveId" clId="{7B9B7181-77DE-418D-A236-151322D37148}" dt="2025-04-06T19:15:42.023" v="154"/>
        <pc:sldMkLst>
          <pc:docMk/>
          <pc:sldMk cId="3840243839" sldId="261"/>
        </pc:sldMkLst>
      </pc:sldChg>
      <pc:sldChg chg="modTransition">
        <pc:chgData name="SIVANI KISHOR" userId="40a115aad22173b6" providerId="LiveId" clId="{7B9B7181-77DE-418D-A236-151322D37148}" dt="2025-04-06T19:18:02.975" v="178"/>
        <pc:sldMkLst>
          <pc:docMk/>
          <pc:sldMk cId="4046904274" sldId="262"/>
        </pc:sldMkLst>
      </pc:sldChg>
      <pc:sldChg chg="modTransition">
        <pc:chgData name="SIVANI KISHOR" userId="40a115aad22173b6" providerId="LiveId" clId="{7B9B7181-77DE-418D-A236-151322D37148}" dt="2025-04-06T19:16:33.142" v="166"/>
        <pc:sldMkLst>
          <pc:docMk/>
          <pc:sldMk cId="925942685" sldId="263"/>
        </pc:sldMkLst>
      </pc:sldChg>
      <pc:sldChg chg="modTransition">
        <pc:chgData name="SIVANI KISHOR" userId="40a115aad22173b6" providerId="LiveId" clId="{7B9B7181-77DE-418D-A236-151322D37148}" dt="2025-04-06T19:17:05.069" v="168"/>
        <pc:sldMkLst>
          <pc:docMk/>
          <pc:sldMk cId="2310849342" sldId="264"/>
        </pc:sldMkLst>
      </pc:sldChg>
      <pc:sldChg chg="modSp mod modTransition">
        <pc:chgData name="SIVANI KISHOR" userId="40a115aad22173b6" providerId="LiveId" clId="{7B9B7181-77DE-418D-A236-151322D37148}" dt="2025-04-06T19:20:59.565" v="195" actId="20577"/>
        <pc:sldMkLst>
          <pc:docMk/>
          <pc:sldMk cId="2598745825" sldId="265"/>
        </pc:sldMkLst>
        <pc:spChg chg="mod">
          <ac:chgData name="SIVANI KISHOR" userId="40a115aad22173b6" providerId="LiveId" clId="{7B9B7181-77DE-418D-A236-151322D37148}" dt="2025-04-06T19:20:59.565" v="195" actId="20577"/>
          <ac:spMkLst>
            <pc:docMk/>
            <pc:sldMk cId="2598745825" sldId="265"/>
            <ac:spMk id="3" creationId="{8F18C3C8-A059-1756-2D32-9C8F8A5977CC}"/>
          </ac:spMkLst>
        </pc:spChg>
      </pc:sldChg>
      <pc:sldChg chg="addSp delSp modSp new del">
        <pc:chgData name="SIVANI KISHOR" userId="40a115aad22173b6" providerId="LiveId" clId="{7B9B7181-77DE-418D-A236-151322D37148}" dt="2025-04-06T18:55:21.333" v="5" actId="47"/>
        <pc:sldMkLst>
          <pc:docMk/>
          <pc:sldMk cId="2465030110" sldId="266"/>
        </pc:sldMkLst>
        <pc:picChg chg="add del mod">
          <ac:chgData name="SIVANI KISHOR" userId="40a115aad22173b6" providerId="LiveId" clId="{7B9B7181-77DE-418D-A236-151322D37148}" dt="2025-04-06T18:55:14.026" v="4" actId="478"/>
          <ac:picMkLst>
            <pc:docMk/>
            <pc:sldMk cId="2465030110" sldId="266"/>
            <ac:picMk id="1026" creationId="{C9DEC56F-790E-6FF4-5E08-C99CED339D59}"/>
          </ac:picMkLst>
        </pc:picChg>
      </pc:sldChg>
      <pc:sldChg chg="addSp delSp modSp new mod modTransition">
        <pc:chgData name="SIVANI KISHOR" userId="40a115aad22173b6" providerId="LiveId" clId="{7B9B7181-77DE-418D-A236-151322D37148}" dt="2025-04-06T19:17:18.765" v="171"/>
        <pc:sldMkLst>
          <pc:docMk/>
          <pc:sldMk cId="3736343653" sldId="266"/>
        </pc:sldMkLst>
        <pc:spChg chg="mod">
          <ac:chgData name="SIVANI KISHOR" userId="40a115aad22173b6" providerId="LiveId" clId="{7B9B7181-77DE-418D-A236-151322D37148}" dt="2025-04-06T19:07:18.535" v="132" actId="1076"/>
          <ac:spMkLst>
            <pc:docMk/>
            <pc:sldMk cId="3736343653" sldId="266"/>
            <ac:spMk id="2" creationId="{DAA700EA-CC60-B3FF-6652-DBEA0AAF813A}"/>
          </ac:spMkLst>
        </pc:spChg>
        <pc:spChg chg="mod">
          <ac:chgData name="SIVANI KISHOR" userId="40a115aad22173b6" providerId="LiveId" clId="{7B9B7181-77DE-418D-A236-151322D37148}" dt="2025-04-06T18:58:40.120" v="70" actId="20577"/>
          <ac:spMkLst>
            <pc:docMk/>
            <pc:sldMk cId="3736343653" sldId="266"/>
            <ac:spMk id="3" creationId="{4CC81967-613F-25ED-1E4A-8879399D3911}"/>
          </ac:spMkLst>
        </pc:spChg>
        <pc:spChg chg="del mod">
          <ac:chgData name="SIVANI KISHOR" userId="40a115aad22173b6" providerId="LiveId" clId="{7B9B7181-77DE-418D-A236-151322D37148}" dt="2025-04-06T19:02:28.994" v="89" actId="21"/>
          <ac:spMkLst>
            <pc:docMk/>
            <pc:sldMk cId="3736343653" sldId="266"/>
            <ac:spMk id="4" creationId="{CF691220-6168-3776-33BA-1BDBF21BD1D1}"/>
          </ac:spMkLst>
        </pc:spChg>
        <pc:spChg chg="add mod">
          <ac:chgData name="SIVANI KISHOR" userId="40a115aad22173b6" providerId="LiveId" clId="{7B9B7181-77DE-418D-A236-151322D37148}" dt="2025-04-06T19:06:51.076" v="131" actId="20577"/>
          <ac:spMkLst>
            <pc:docMk/>
            <pc:sldMk cId="3736343653" sldId="266"/>
            <ac:spMk id="6" creationId="{8EF86AF5-28BA-CCCA-99DF-5814D511597A}"/>
          </ac:spMkLst>
        </pc:spChg>
        <pc:picChg chg="add mod">
          <ac:chgData name="SIVANI KISHOR" userId="40a115aad22173b6" providerId="LiveId" clId="{7B9B7181-77DE-418D-A236-151322D37148}" dt="2025-04-06T19:06:39.575" v="130" actId="14100"/>
          <ac:picMkLst>
            <pc:docMk/>
            <pc:sldMk cId="3736343653" sldId="266"/>
            <ac:picMk id="5" creationId="{FCA11FAB-E21B-953B-BE55-E8ACA91397CB}"/>
          </ac:picMkLst>
        </pc:picChg>
        <pc:picChg chg="add mod">
          <ac:chgData name="SIVANI KISHOR" userId="40a115aad22173b6" providerId="LiveId" clId="{7B9B7181-77DE-418D-A236-151322D37148}" dt="2025-04-06T19:06:01.062" v="127" actId="1076"/>
          <ac:picMkLst>
            <pc:docMk/>
            <pc:sldMk cId="3736343653" sldId="266"/>
            <ac:picMk id="7" creationId="{09D3338B-0BDA-E266-E550-06B74734DF69}"/>
          </ac:picMkLst>
        </pc:picChg>
        <pc:picChg chg="add del mod">
          <ac:chgData name="SIVANI KISHOR" userId="40a115aad22173b6" providerId="LiveId" clId="{7B9B7181-77DE-418D-A236-151322D37148}" dt="2025-04-06T19:02:28.994" v="89" actId="21"/>
          <ac:picMkLst>
            <pc:docMk/>
            <pc:sldMk cId="3736343653" sldId="266"/>
            <ac:picMk id="2050" creationId="{8829CF86-CF9E-0758-3197-0376B01C6732}"/>
          </ac:picMkLst>
        </pc:picChg>
      </pc:sldChg>
      <pc:sldChg chg="addSp delSp modSp new mod ord modTransition">
        <pc:chgData name="SIVANI KISHOR" userId="40a115aad22173b6" providerId="LiveId" clId="{7B9B7181-77DE-418D-A236-151322D37148}" dt="2025-04-06T19:18:57.753" v="181"/>
        <pc:sldMkLst>
          <pc:docMk/>
          <pc:sldMk cId="1602103900" sldId="267"/>
        </pc:sldMkLst>
        <pc:spChg chg="add mod">
          <ac:chgData name="SIVANI KISHOR" userId="40a115aad22173b6" providerId="LiveId" clId="{7B9B7181-77DE-418D-A236-151322D37148}" dt="2025-04-06T19:13:37.304" v="150" actId="20577"/>
          <ac:spMkLst>
            <pc:docMk/>
            <pc:sldMk cId="1602103900" sldId="267"/>
            <ac:spMk id="3" creationId="{0A750449-CF4C-F9D6-774C-7AB76E91FAD0}"/>
          </ac:spMkLst>
        </pc:spChg>
        <pc:spChg chg="add mod">
          <ac:chgData name="SIVANI KISHOR" userId="40a115aad22173b6" providerId="LiveId" clId="{7B9B7181-77DE-418D-A236-151322D37148}" dt="2025-04-06T19:04:11.125" v="113" actId="20577"/>
          <ac:spMkLst>
            <pc:docMk/>
            <pc:sldMk cId="1602103900" sldId="267"/>
            <ac:spMk id="4" creationId="{CF691220-6168-3776-33BA-1BDBF21BD1D1}"/>
          </ac:spMkLst>
        </pc:spChg>
        <pc:picChg chg="add del mod">
          <ac:chgData name="SIVANI KISHOR" userId="40a115aad22173b6" providerId="LiveId" clId="{7B9B7181-77DE-418D-A236-151322D37148}" dt="2025-04-06T19:04:04.111" v="105" actId="478"/>
          <ac:picMkLst>
            <pc:docMk/>
            <pc:sldMk cId="1602103900" sldId="267"/>
            <ac:picMk id="2050" creationId="{8829CF86-CF9E-0758-3197-0376B01C6732}"/>
          </ac:picMkLst>
        </pc:picChg>
        <pc:picChg chg="add del">
          <ac:chgData name="SIVANI KISHOR" userId="40a115aad22173b6" providerId="LiveId" clId="{7B9B7181-77DE-418D-A236-151322D37148}" dt="2025-04-06T19:04:21.121" v="115" actId="478"/>
          <ac:picMkLst>
            <pc:docMk/>
            <pc:sldMk cId="1602103900" sldId="267"/>
            <ac:picMk id="3074" creationId="{D6D8A03D-3232-FB0E-30B5-4AB19A7C6106}"/>
          </ac:picMkLst>
        </pc:picChg>
        <pc:picChg chg="add del mod">
          <ac:chgData name="SIVANI KISHOR" userId="40a115aad22173b6" providerId="LiveId" clId="{7B9B7181-77DE-418D-A236-151322D37148}" dt="2025-04-06T19:07:49.293" v="133" actId="478"/>
          <ac:picMkLst>
            <pc:docMk/>
            <pc:sldMk cId="1602103900" sldId="267"/>
            <ac:picMk id="3076" creationId="{8D6D46A4-D090-7999-42CD-5B1134F1DB3E}"/>
          </ac:picMkLst>
        </pc:picChg>
        <pc:picChg chg="add mod">
          <ac:chgData name="SIVANI KISHOR" userId="40a115aad22173b6" providerId="LiveId" clId="{7B9B7181-77DE-418D-A236-151322D37148}" dt="2025-04-06T19:13:04.478" v="142" actId="1076"/>
          <ac:picMkLst>
            <pc:docMk/>
            <pc:sldMk cId="1602103900" sldId="267"/>
            <ac:picMk id="3078" creationId="{604A06AC-2C75-CB3A-0C0B-44560AFD28F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0008E-D073-76D2-B8D4-EBD9ED3F53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22FFF2-607F-9811-A04D-D919D059E6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71BA5B-7CEE-68B2-7F0D-2608AA2499FB}"/>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041B5F27-FAF6-AE03-4FB8-1AC9E755BA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8440F7-2938-FB76-BA3F-48CA322BD1B6}"/>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39010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E2B69-444B-410F-75CB-A9A21805F9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B159AB-A5A5-1C26-03D1-670C8DEC6E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E97EBE-7EF3-BDC4-2C4A-18E896CE750D}"/>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4FED8A33-0CCD-87B4-A244-2C74769311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8AC0DA-0E02-E1A8-D1E9-8820AAE33403}"/>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2668820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F7A9E-D6B5-5BE3-AFC8-8FBD1EF70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3537E58-C97D-C64A-54B3-3A7D585396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56ADB3-82C4-ABA7-8CE7-0479B46BAE29}"/>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1CAF6E8E-EA57-ADB0-26B4-8D58B9FF70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5EA25E-4F44-C9B8-59FC-5834DAA30764}"/>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867537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89747-56C5-DE05-118A-96A60E06AC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37E394-7764-FF85-F066-C4CD5A04EF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F28F00-7FD0-592C-4023-274BFDEA89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6218E7-6BDB-84BC-7092-0F003D7EBC0B}"/>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6" name="Footer Placeholder 5">
            <a:extLst>
              <a:ext uri="{FF2B5EF4-FFF2-40B4-BE49-F238E27FC236}">
                <a16:creationId xmlns:a16="http://schemas.microsoft.com/office/drawing/2014/main" id="{D2D3D6F8-3C7E-8854-72F2-C478B5CEA8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A91221-AD10-39DC-5CE8-ADB3CB989F6E}"/>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01428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5C9F1-A969-A22F-C204-073DBD0289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2DC367-3EAF-18E8-A1CF-932E79E66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87CB1F-C9E1-B086-393F-BBEEFF9896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07D9EC-7DD3-3A7F-4DA3-DFD55B66A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2B0937-66C5-471D-81DB-7ECCB61D6F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FA2922-CA9B-CC99-B85E-136FC4E3F54B}"/>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8" name="Footer Placeholder 7">
            <a:extLst>
              <a:ext uri="{FF2B5EF4-FFF2-40B4-BE49-F238E27FC236}">
                <a16:creationId xmlns:a16="http://schemas.microsoft.com/office/drawing/2014/main" id="{5AE66DCE-7D64-AB28-E7B7-58869FED3F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F09CD6A-D271-1974-1A14-1E4D1D0A854D}"/>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300906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2049-475F-671F-37F7-EFB1E332BF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48B03B-E1C5-BF09-488F-5CA49DD6F014}"/>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4" name="Footer Placeholder 3">
            <a:extLst>
              <a:ext uri="{FF2B5EF4-FFF2-40B4-BE49-F238E27FC236}">
                <a16:creationId xmlns:a16="http://schemas.microsoft.com/office/drawing/2014/main" id="{DC0A2C58-43AE-5293-4720-5295C7F95E5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5BD5E11-2A4B-5604-63D2-8CD360E1AD15}"/>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554668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9E2F5F-3BDC-92F0-463B-5AB489AF250C}"/>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3" name="Footer Placeholder 2">
            <a:extLst>
              <a:ext uri="{FF2B5EF4-FFF2-40B4-BE49-F238E27FC236}">
                <a16:creationId xmlns:a16="http://schemas.microsoft.com/office/drawing/2014/main" id="{4C228E98-ADB5-1D18-9B7F-5B02AC31D6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D63E43-B2D9-9B48-23B1-C1A90266B1E9}"/>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132947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57078-7727-6CE7-9C32-38F9E3DA7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4D8042-3BD5-BB1F-CBF2-7DE932535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3FDDB25-46A4-FB76-0A01-C8D4012D25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7258E-0D08-619F-E260-E233BA7659A3}"/>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6" name="Footer Placeholder 5">
            <a:extLst>
              <a:ext uri="{FF2B5EF4-FFF2-40B4-BE49-F238E27FC236}">
                <a16:creationId xmlns:a16="http://schemas.microsoft.com/office/drawing/2014/main" id="{605EA46F-4CB0-7FC5-8428-5EA8672D7B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9840BD-F9D8-0F5D-0E0A-C0DC6FB61764}"/>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967900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061F-CE71-0267-79C4-377623F9E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338301-696C-56E1-577F-B8056FC165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BB13A8-C0F3-7AA6-2C31-7371418AE3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90952C-E6C5-C7BF-6CAB-A284D37A5C5D}"/>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6" name="Footer Placeholder 5">
            <a:extLst>
              <a:ext uri="{FF2B5EF4-FFF2-40B4-BE49-F238E27FC236}">
                <a16:creationId xmlns:a16="http://schemas.microsoft.com/office/drawing/2014/main" id="{773004F4-36AA-E765-E7C9-164BD7AA9A9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49696B0-4001-271C-6A6C-17122520AC4F}"/>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1613839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B10F-3B19-452F-4430-A74096F777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D31BCC-EC84-7C49-EB63-B7BC0E589F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63F01-A3CB-4AB3-7F41-93C119C6E4D1}"/>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FB10D15D-DB1C-D2EA-5E01-C5A3E548A3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3C393D-9548-2559-9FDC-36DC8984BA69}"/>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344086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99BBFA-7384-6735-6DEC-0D191FC07F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E0D584-6B12-DCE9-3649-D39CCEB568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2FC886-B44E-70F2-6095-71850116D835}"/>
              </a:ext>
            </a:extLst>
          </p:cNvPr>
          <p:cNvSpPr>
            <a:spLocks noGrp="1"/>
          </p:cNvSpPr>
          <p:nvPr>
            <p:ph type="dt" sz="half" idx="10"/>
          </p:nvPr>
        </p:nvSpPr>
        <p:spPr/>
        <p:txBody>
          <a:body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6FE163A8-E5E2-CE6E-821C-CA270E041A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7221E9-EF69-973E-F72C-DDAFC0AA0135}"/>
              </a:ext>
            </a:extLst>
          </p:cNvPr>
          <p:cNvSpPr>
            <a:spLocks noGrp="1"/>
          </p:cNvSpPr>
          <p:nvPr>
            <p:ph type="sldNum" sz="quarter" idx="12"/>
          </p:nvPr>
        </p:nvSpPr>
        <p:spPr/>
        <p:txBody>
          <a:bodyPr/>
          <a:lstStyle/>
          <a:p>
            <a:fld id="{9536037E-0035-442D-B4FD-66E53D8FF3FE}" type="slidenum">
              <a:rPr lang="en-IN" smtClean="0"/>
              <a:t>‹#›</a:t>
            </a:fld>
            <a:endParaRPr lang="en-IN"/>
          </a:p>
        </p:txBody>
      </p:sp>
    </p:spTree>
    <p:extLst>
      <p:ext uri="{BB962C8B-B14F-4D97-AF65-F5344CB8AC3E}">
        <p14:creationId xmlns:p14="http://schemas.microsoft.com/office/powerpoint/2010/main" val="3048772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65EEF-3598-A43D-0796-A2A16B4F5F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827994-63F6-532D-4F25-14C303011A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1BDC9C-444A-2C8C-A1E9-BD4CC88E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81F718-8C98-4C4C-933D-094C348458FA}" type="datetimeFigureOut">
              <a:rPr lang="en-IN" smtClean="0"/>
              <a:t>07-04-2025</a:t>
            </a:fld>
            <a:endParaRPr lang="en-IN"/>
          </a:p>
        </p:txBody>
      </p:sp>
      <p:sp>
        <p:nvSpPr>
          <p:cNvPr id="5" name="Footer Placeholder 4">
            <a:extLst>
              <a:ext uri="{FF2B5EF4-FFF2-40B4-BE49-F238E27FC236}">
                <a16:creationId xmlns:a16="http://schemas.microsoft.com/office/drawing/2014/main" id="{F4F24B9F-F54E-D583-7A93-CC2A8D253B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6851693-932B-F106-D5CB-29E5742C7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36037E-0035-442D-B4FD-66E53D8FF3FE}" type="slidenum">
              <a:rPr lang="en-IN" smtClean="0"/>
              <a:t>‹#›</a:t>
            </a:fld>
            <a:endParaRPr lang="en-IN"/>
          </a:p>
        </p:txBody>
      </p:sp>
    </p:spTree>
    <p:extLst>
      <p:ext uri="{BB962C8B-B14F-4D97-AF65-F5344CB8AC3E}">
        <p14:creationId xmlns:p14="http://schemas.microsoft.com/office/powerpoint/2010/main" val="370138886"/>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B66409-C5A6-1A70-596D-45968D70D36E}"/>
              </a:ext>
            </a:extLst>
          </p:cNvPr>
          <p:cNvPicPr>
            <a:picLocks noChangeAspect="1"/>
          </p:cNvPicPr>
          <p:nvPr/>
        </p:nvPicPr>
        <p:blipFill>
          <a:blip r:embed="rId2"/>
          <a:stretch>
            <a:fillRect/>
          </a:stretch>
        </p:blipFill>
        <p:spPr>
          <a:xfrm>
            <a:off x="-1594" y="0"/>
            <a:ext cx="12193594" cy="6857103"/>
          </a:xfrm>
          <a:prstGeom prst="rect">
            <a:avLst/>
          </a:prstGeom>
        </p:spPr>
      </p:pic>
    </p:spTree>
    <p:extLst>
      <p:ext uri="{BB962C8B-B14F-4D97-AF65-F5344CB8AC3E}">
        <p14:creationId xmlns:p14="http://schemas.microsoft.com/office/powerpoint/2010/main" val="278951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23E1-3BDC-4159-F751-7341AB1295DA}"/>
              </a:ext>
            </a:extLst>
          </p:cNvPr>
          <p:cNvSpPr>
            <a:spLocks noGrp="1"/>
          </p:cNvSpPr>
          <p:nvPr>
            <p:ph type="title"/>
          </p:nvPr>
        </p:nvSpPr>
        <p:spPr>
          <a:xfrm>
            <a:off x="838200" y="176519"/>
            <a:ext cx="10058400" cy="1609344"/>
          </a:xfrm>
        </p:spPr>
        <p:txBody>
          <a:bodyPr>
            <a:normAutofit/>
          </a:bodyPr>
          <a:lstStyle/>
          <a:p>
            <a:r>
              <a:rPr lang="en-IN" sz="3200" u="sng" dirty="0">
                <a:solidFill>
                  <a:srgbClr val="C00000"/>
                </a:solidFill>
                <a:latin typeface="Candara" panose="020E0502030303020204" pitchFamily="34" charset="0"/>
                <a:ea typeface="Cambria Math" panose="02040503050406030204" pitchFamily="18" charset="0"/>
              </a:rPr>
              <a:t>ABSTRACT </a:t>
            </a:r>
            <a:r>
              <a:rPr lang="en-IN" sz="3200" u="sng" dirty="0">
                <a:solidFill>
                  <a:srgbClr val="FFC000"/>
                </a:solidFill>
                <a:latin typeface="Candara" panose="020E0502030303020204" pitchFamily="34" charset="0"/>
                <a:ea typeface="Cambria Math" panose="02040503050406030204" pitchFamily="18" charset="0"/>
              </a:rPr>
              <a:t>&amp; </a:t>
            </a:r>
            <a:r>
              <a:rPr lang="en-IN" sz="3200" u="sng" dirty="0">
                <a:solidFill>
                  <a:srgbClr val="C00000"/>
                </a:solidFill>
                <a:latin typeface="Candara" panose="020E0502030303020204" pitchFamily="34" charset="0"/>
                <a:ea typeface="Cambria Math" panose="02040503050406030204" pitchFamily="18" charset="0"/>
              </a:rPr>
              <a:t>RELEVANCE</a:t>
            </a:r>
          </a:p>
        </p:txBody>
      </p:sp>
      <p:sp>
        <p:nvSpPr>
          <p:cNvPr id="3" name="Content Placeholder 2">
            <a:extLst>
              <a:ext uri="{FF2B5EF4-FFF2-40B4-BE49-F238E27FC236}">
                <a16:creationId xmlns:a16="http://schemas.microsoft.com/office/drawing/2014/main" id="{99D08C3E-EF6D-B32F-7F07-7FE7A52185DB}"/>
              </a:ext>
            </a:extLst>
          </p:cNvPr>
          <p:cNvSpPr>
            <a:spLocks noGrp="1"/>
          </p:cNvSpPr>
          <p:nvPr>
            <p:ph idx="1"/>
          </p:nvPr>
        </p:nvSpPr>
        <p:spPr>
          <a:xfrm>
            <a:off x="838200" y="1580322"/>
            <a:ext cx="8444948" cy="4912553"/>
          </a:xfrm>
        </p:spPr>
        <p:txBody>
          <a:bodyPr>
            <a:normAutofit fontScale="92500"/>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REELFLIX</a:t>
            </a:r>
            <a:r>
              <a:rPr lang="en-US" sz="1800" dirty="0">
                <a:latin typeface="Times New Roman" panose="02020603050405020304" pitchFamily="18" charset="0"/>
                <a:cs typeface="Times New Roman" panose="02020603050405020304" pitchFamily="18" charset="0"/>
              </a:rPr>
              <a:t> is an AI-powered OTT streaming platform that helps users discover movies and scenes based on their emotions instead of traditional genres. By analyzing user behavior, sentiment, and preferences in real time, REELFLIX recommends content that matches or shifts the user's mood—offering a personalized, emotionally engaging viewing experience.</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b="1" dirty="0">
                <a:latin typeface="Times New Roman" panose="02020603050405020304" pitchFamily="18" charset="0"/>
                <a:cs typeface="Times New Roman" panose="02020603050405020304" pitchFamily="18" charset="0"/>
              </a:rPr>
              <a:t>Emotion-Based Discovery </a:t>
            </a:r>
            <a:r>
              <a:rPr lang="en-US" sz="1800" dirty="0">
                <a:latin typeface="Times New Roman" panose="02020603050405020304" pitchFamily="18" charset="0"/>
                <a:cs typeface="Times New Roman" panose="02020603050405020304" pitchFamily="18" charset="0"/>
              </a:rPr>
              <a:t>– Lets users search </a:t>
            </a:r>
            <a:r>
              <a:rPr lang="en-US" sz="1800" u="sng" dirty="0">
                <a:latin typeface="Times New Roman" panose="02020603050405020304" pitchFamily="18" charset="0"/>
                <a:cs typeface="Times New Roman" panose="02020603050405020304" pitchFamily="18" charset="0"/>
              </a:rPr>
              <a:t>for content based on current feelings or desired emotional shifts.</a:t>
            </a:r>
          </a:p>
          <a:p>
            <a:pPr algn="just">
              <a:lnSpc>
                <a:spcPct val="150000"/>
              </a:lnSpc>
            </a:pPr>
            <a:r>
              <a:rPr lang="en-US" sz="1800" b="1" dirty="0">
                <a:latin typeface="Times New Roman" panose="02020603050405020304" pitchFamily="18" charset="0"/>
                <a:cs typeface="Times New Roman" panose="02020603050405020304" pitchFamily="18" charset="0"/>
              </a:rPr>
              <a:t>Personalization</a:t>
            </a:r>
            <a:r>
              <a:rPr lang="en-US" sz="1800" dirty="0">
                <a:latin typeface="Times New Roman" panose="02020603050405020304" pitchFamily="18" charset="0"/>
                <a:cs typeface="Times New Roman" panose="02020603050405020304" pitchFamily="18" charset="0"/>
              </a:rPr>
              <a:t> – </a:t>
            </a:r>
            <a:r>
              <a:rPr lang="en-US" sz="1800" u="sng" dirty="0">
                <a:latin typeface="Times New Roman" panose="02020603050405020304" pitchFamily="18" charset="0"/>
                <a:cs typeface="Times New Roman" panose="02020603050405020304" pitchFamily="18" charset="0"/>
              </a:rPr>
              <a:t>Uses AI to analyze user behavior and sentiment</a:t>
            </a:r>
            <a:r>
              <a:rPr lang="en-US" sz="1800" dirty="0">
                <a:latin typeface="Times New Roman" panose="02020603050405020304" pitchFamily="18" charset="0"/>
                <a:cs typeface="Times New Roman" panose="02020603050405020304" pitchFamily="18" charset="0"/>
              </a:rPr>
              <a:t> for customized movie suggestions.</a:t>
            </a:r>
          </a:p>
          <a:p>
            <a:pPr algn="just">
              <a:lnSpc>
                <a:spcPct val="150000"/>
              </a:lnSpc>
            </a:pPr>
            <a:r>
              <a:rPr lang="en-US" sz="1800" b="1" dirty="0">
                <a:latin typeface="Times New Roman" panose="02020603050405020304" pitchFamily="18" charset="0"/>
                <a:cs typeface="Times New Roman" panose="02020603050405020304" pitchFamily="18" charset="0"/>
              </a:rPr>
              <a:t>Well-being Focused </a:t>
            </a:r>
            <a:r>
              <a:rPr lang="en-US" sz="1800" dirty="0">
                <a:latin typeface="Times New Roman" panose="02020603050405020304" pitchFamily="18" charset="0"/>
                <a:cs typeface="Times New Roman" panose="02020603050405020304" pitchFamily="18" charset="0"/>
              </a:rPr>
              <a:t>–  Promotes emotional wellness by </a:t>
            </a:r>
            <a:r>
              <a:rPr lang="en-US" sz="1800" u="sng" dirty="0">
                <a:latin typeface="Times New Roman" panose="02020603050405020304" pitchFamily="18" charset="0"/>
                <a:cs typeface="Times New Roman" panose="02020603050405020304" pitchFamily="18" charset="0"/>
              </a:rPr>
              <a:t>offering mood-enhancing cinematic experiences.</a:t>
            </a:r>
          </a:p>
          <a:p>
            <a:pPr marL="0" indent="0" algn="just">
              <a:lnSpc>
                <a:spcPct val="150000"/>
              </a:lnSpc>
              <a:buNone/>
            </a:pPr>
            <a:endParaRPr lang="en-US" sz="1800" u="sng" dirty="0">
              <a:latin typeface="Times New Roman" panose="02020603050405020304" pitchFamily="18" charset="0"/>
              <a:cs typeface="Times New Roman" panose="02020603050405020304" pitchFamily="18" charset="0"/>
            </a:endParaRPr>
          </a:p>
          <a:p>
            <a:pPr algn="just">
              <a:lnSpc>
                <a:spcPct val="150000"/>
              </a:lnSpc>
            </a:pPr>
            <a:endParaRPr lang="en-US" sz="1800" u="sng"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u="sng"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024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A24FF4-ABE6-81CD-D37B-252D1262B8C3}"/>
              </a:ext>
            </a:extLst>
          </p:cNvPr>
          <p:cNvSpPr txBox="1"/>
          <p:nvPr/>
        </p:nvSpPr>
        <p:spPr>
          <a:xfrm>
            <a:off x="715617" y="979509"/>
            <a:ext cx="9283147" cy="585519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Engagement </a:t>
            </a: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Enhances viewing experience through emotional connection</a:t>
            </a:r>
            <a:r>
              <a:rPr lang="en-IN" dirty="0">
                <a:latin typeface="Times New Roman" panose="02020603050405020304" pitchFamily="18" charset="0"/>
                <a:cs typeface="Times New Roman" panose="02020603050405020304" pitchFamily="18" charset="0"/>
              </a:rPr>
              <a:t>, making it more immersive and meaningful.</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Actor-Emotion Matching </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Recommends films based on actors</a:t>
            </a:r>
            <a:r>
              <a:rPr lang="en-US" dirty="0">
                <a:latin typeface="Times New Roman" panose="02020603050405020304" pitchFamily="18" charset="0"/>
                <a:cs typeface="Times New Roman" panose="02020603050405020304" pitchFamily="18" charset="0"/>
              </a:rPr>
              <a:t> known to impact specific emotional states.</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Mood Transition Support</a:t>
            </a:r>
            <a:r>
              <a:rPr lang="en-US" dirty="0">
                <a:latin typeface="Times New Roman" panose="02020603050405020304" pitchFamily="18" charset="0"/>
                <a:cs typeface="Times New Roman" panose="02020603050405020304" pitchFamily="18" charset="0"/>
              </a:rPr>
              <a:t> – Helps users </a:t>
            </a:r>
            <a:r>
              <a:rPr lang="en-US" u="sng" dirty="0">
                <a:latin typeface="Times New Roman" panose="02020603050405020304" pitchFamily="18" charset="0"/>
                <a:cs typeface="Times New Roman" panose="02020603050405020304" pitchFamily="18" charset="0"/>
              </a:rPr>
              <a:t>shift from one emotional state to another </a:t>
            </a:r>
            <a:r>
              <a:rPr lang="en-US" dirty="0">
                <a:latin typeface="Times New Roman" panose="02020603050405020304" pitchFamily="18" charset="0"/>
                <a:cs typeface="Times New Roman" panose="02020603050405020304" pitchFamily="18" charset="0"/>
              </a:rPr>
              <a:t>(e.g., sadness to joy) through curated content.</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Innovation in OTT </a:t>
            </a:r>
            <a:r>
              <a:rPr lang="en-US" dirty="0">
                <a:latin typeface="Times New Roman" panose="02020603050405020304" pitchFamily="18" charset="0"/>
                <a:cs typeface="Times New Roman" panose="02020603050405020304" pitchFamily="18" charset="0"/>
              </a:rPr>
              <a:t>– Redefines traditional streaming </a:t>
            </a:r>
            <a:r>
              <a:rPr lang="en-US" u="sng" dirty="0">
                <a:latin typeface="Times New Roman" panose="02020603050405020304" pitchFamily="18" charset="0"/>
                <a:cs typeface="Times New Roman" panose="02020603050405020304" pitchFamily="18" charset="0"/>
              </a:rPr>
              <a:t>by integrating emotional intelligence with AI-powered recommendations.</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4046904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44EC-853D-9B10-51BF-FDE929A2E5DE}"/>
              </a:ext>
            </a:extLst>
          </p:cNvPr>
          <p:cNvSpPr>
            <a:spLocks noGrp="1"/>
          </p:cNvSpPr>
          <p:nvPr>
            <p:ph type="title"/>
          </p:nvPr>
        </p:nvSpPr>
        <p:spPr>
          <a:xfrm>
            <a:off x="838200" y="712994"/>
            <a:ext cx="10515600" cy="1325563"/>
          </a:xfrm>
        </p:spPr>
        <p:txBody>
          <a:bodyPr>
            <a:normAutofit/>
          </a:bodyPr>
          <a:lstStyle/>
          <a:p>
            <a:r>
              <a:rPr lang="en-IN" sz="3200" u="sng" dirty="0">
                <a:solidFill>
                  <a:srgbClr val="C00000"/>
                </a:solidFill>
                <a:latin typeface="Candara" panose="020E0502030303020204" pitchFamily="34" charset="0"/>
              </a:rPr>
              <a:t>EXISTING</a:t>
            </a:r>
            <a:r>
              <a:rPr lang="en-IN" sz="3200" u="sng" dirty="0">
                <a:latin typeface="Candara" panose="020E0502030303020204" pitchFamily="34" charset="0"/>
              </a:rPr>
              <a:t> </a:t>
            </a:r>
            <a:r>
              <a:rPr lang="en-IN" sz="3200" u="sng" dirty="0">
                <a:solidFill>
                  <a:srgbClr val="FFC000"/>
                </a:solidFill>
                <a:latin typeface="Candara" panose="020E0502030303020204" pitchFamily="34" charset="0"/>
              </a:rPr>
              <a:t>SYSTEM</a:t>
            </a:r>
          </a:p>
        </p:txBody>
      </p:sp>
      <p:pic>
        <p:nvPicPr>
          <p:cNvPr id="9" name="Content Placeholder 8">
            <a:extLst>
              <a:ext uri="{FF2B5EF4-FFF2-40B4-BE49-F238E27FC236}">
                <a16:creationId xmlns:a16="http://schemas.microsoft.com/office/drawing/2014/main" id="{D0C70ECB-3894-DA26-AD18-A688BFA0F425}"/>
              </a:ext>
            </a:extLst>
          </p:cNvPr>
          <p:cNvPicPr>
            <a:picLocks noGrp="1" noChangeAspect="1"/>
          </p:cNvPicPr>
          <p:nvPr>
            <p:ph idx="1"/>
          </p:nvPr>
        </p:nvPicPr>
        <p:blipFill>
          <a:blip r:embed="rId2"/>
          <a:stretch>
            <a:fillRect/>
          </a:stretch>
        </p:blipFill>
        <p:spPr>
          <a:xfrm>
            <a:off x="6913412" y="329874"/>
            <a:ext cx="4781631" cy="6163001"/>
          </a:xfrm>
        </p:spPr>
      </p:pic>
      <p:sp>
        <p:nvSpPr>
          <p:cNvPr id="12" name="Rectangle 3">
            <a:extLst>
              <a:ext uri="{FF2B5EF4-FFF2-40B4-BE49-F238E27FC236}">
                <a16:creationId xmlns:a16="http://schemas.microsoft.com/office/drawing/2014/main" id="{6C36DE89-2B48-7973-4738-6012A5BD7EB1}"/>
              </a:ext>
            </a:extLst>
          </p:cNvPr>
          <p:cNvSpPr>
            <a:spLocks noChangeArrowheads="1"/>
          </p:cNvSpPr>
          <p:nvPr/>
        </p:nvSpPr>
        <p:spPr bwMode="auto">
          <a:xfrm>
            <a:off x="838200" y="1763031"/>
            <a:ext cx="6255553" cy="33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Generic Platforms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Mood Mismatch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Overwhelming Content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Searching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Emotion-Tagging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2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Mood-Curation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3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F48B-1522-A91D-8ABE-6BEF487C096A}"/>
              </a:ext>
            </a:extLst>
          </p:cNvPr>
          <p:cNvSpPr>
            <a:spLocks noGrp="1"/>
          </p:cNvSpPr>
          <p:nvPr>
            <p:ph type="title"/>
          </p:nvPr>
        </p:nvSpPr>
        <p:spPr>
          <a:xfrm>
            <a:off x="1437861" y="784966"/>
            <a:ext cx="10515600" cy="1325563"/>
          </a:xfrm>
        </p:spPr>
        <p:txBody>
          <a:bodyPr>
            <a:normAutofit/>
          </a:bodyPr>
          <a:lstStyle/>
          <a:p>
            <a:pPr algn="ctr"/>
            <a:r>
              <a:rPr lang="en-IN" sz="3200" dirty="0">
                <a:latin typeface="Candara" panose="020E0502030303020204" pitchFamily="34" charset="0"/>
              </a:rPr>
              <a:t>                                        </a:t>
            </a:r>
            <a:r>
              <a:rPr lang="en-IN" sz="3200" u="sng" dirty="0">
                <a:solidFill>
                  <a:srgbClr val="C00000"/>
                </a:solidFill>
                <a:latin typeface="Candara" panose="020E0502030303020204" pitchFamily="34" charset="0"/>
              </a:rPr>
              <a:t>PROPOSED</a:t>
            </a:r>
            <a:r>
              <a:rPr lang="en-IN" sz="3200" u="sng" dirty="0">
                <a:latin typeface="Candara" panose="020E0502030303020204" pitchFamily="34" charset="0"/>
              </a:rPr>
              <a:t> </a:t>
            </a:r>
            <a:r>
              <a:rPr lang="en-IN" sz="3200" u="sng" dirty="0">
                <a:solidFill>
                  <a:srgbClr val="FFC000"/>
                </a:solidFill>
                <a:latin typeface="Candara" panose="020E0502030303020204" pitchFamily="34" charset="0"/>
              </a:rPr>
              <a:t>SYSTEM</a:t>
            </a:r>
          </a:p>
        </p:txBody>
      </p:sp>
      <p:pic>
        <p:nvPicPr>
          <p:cNvPr id="5" name="Content Placeholder 4">
            <a:extLst>
              <a:ext uri="{FF2B5EF4-FFF2-40B4-BE49-F238E27FC236}">
                <a16:creationId xmlns:a16="http://schemas.microsoft.com/office/drawing/2014/main" id="{53E60E27-E65E-3ABA-A411-C6F1654077AF}"/>
              </a:ext>
            </a:extLst>
          </p:cNvPr>
          <p:cNvPicPr>
            <a:picLocks noGrp="1" noChangeAspect="1"/>
          </p:cNvPicPr>
          <p:nvPr>
            <p:ph idx="1"/>
          </p:nvPr>
        </p:nvPicPr>
        <p:blipFill>
          <a:blip r:embed="rId2"/>
          <a:srcRect l="444" t="1178"/>
          <a:stretch/>
        </p:blipFill>
        <p:spPr>
          <a:xfrm>
            <a:off x="238539" y="437321"/>
            <a:ext cx="4552122" cy="6055553"/>
          </a:xfrm>
        </p:spPr>
      </p:pic>
      <p:sp>
        <p:nvSpPr>
          <p:cNvPr id="8" name="TextBox 7">
            <a:extLst>
              <a:ext uri="{FF2B5EF4-FFF2-40B4-BE49-F238E27FC236}">
                <a16:creationId xmlns:a16="http://schemas.microsoft.com/office/drawing/2014/main" id="{6D73005C-E0BD-1E19-0FCF-F7779F7D3A68}"/>
              </a:ext>
            </a:extLst>
          </p:cNvPr>
          <p:cNvSpPr txBox="1"/>
          <p:nvPr/>
        </p:nvSpPr>
        <p:spPr>
          <a:xfrm>
            <a:off x="6695661" y="2078314"/>
            <a:ext cx="6097656" cy="3331938"/>
          </a:xfrm>
          <a:prstGeom prst="rect">
            <a:avLst/>
          </a:prstGeom>
          <a:noFill/>
        </p:spPr>
        <p:txBody>
          <a:bodyPr wrap="square">
            <a:spAutoFit/>
          </a:bodyPr>
          <a:lstStyle/>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Emotion-Centric Design</a:t>
            </a:r>
          </a:p>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Mood-Based Discovery</a:t>
            </a:r>
          </a:p>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Curated Recommendations</a:t>
            </a:r>
          </a:p>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Quick Mood Picks</a:t>
            </a:r>
          </a:p>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Simplified Navigation</a:t>
            </a:r>
          </a:p>
          <a:p>
            <a:pPr marL="342900" indent="-342900">
              <a:lnSpc>
                <a:spcPct val="200000"/>
              </a:lnSpc>
              <a:buFont typeface="+mj-lt"/>
              <a:buAutoNum type="arabicPeriod"/>
            </a:pPr>
            <a:r>
              <a:rPr lang="en-IN" b="1" dirty="0">
                <a:latin typeface="Times New Roman" panose="02020603050405020304" pitchFamily="18" charset="0"/>
                <a:cs typeface="Times New Roman" panose="02020603050405020304" pitchFamily="18" charset="0"/>
              </a:rPr>
              <a:t>Genre-Mood Fusion  </a:t>
            </a:r>
          </a:p>
        </p:txBody>
      </p:sp>
    </p:spTree>
    <p:extLst>
      <p:ext uri="{BB962C8B-B14F-4D97-AF65-F5344CB8AC3E}">
        <p14:creationId xmlns:p14="http://schemas.microsoft.com/office/powerpoint/2010/main" val="92594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255D-5674-E281-EC06-171BA9EDB6ED}"/>
              </a:ext>
            </a:extLst>
          </p:cNvPr>
          <p:cNvSpPr>
            <a:spLocks noGrp="1"/>
          </p:cNvSpPr>
          <p:nvPr>
            <p:ph type="title"/>
          </p:nvPr>
        </p:nvSpPr>
        <p:spPr>
          <a:xfrm>
            <a:off x="832338" y="896135"/>
            <a:ext cx="10515600" cy="1325563"/>
          </a:xfrm>
        </p:spPr>
        <p:txBody>
          <a:bodyPr>
            <a:normAutofit/>
          </a:bodyPr>
          <a:lstStyle/>
          <a:p>
            <a:r>
              <a:rPr lang="en-IN" sz="3200" u="sng" dirty="0">
                <a:solidFill>
                  <a:srgbClr val="C00000"/>
                </a:solidFill>
                <a:latin typeface="Candara" panose="020E0502030303020204" pitchFamily="34" charset="0"/>
                <a:cs typeface="Times New Roman" panose="02020603050405020304" pitchFamily="18" charset="0"/>
              </a:rPr>
              <a:t>SYSTEM</a:t>
            </a:r>
            <a:r>
              <a:rPr lang="en-IN" sz="3200" u="sng" dirty="0">
                <a:latin typeface="Candara" panose="020E0502030303020204" pitchFamily="34" charset="0"/>
                <a:cs typeface="Times New Roman" panose="02020603050405020304" pitchFamily="18" charset="0"/>
              </a:rPr>
              <a:t> </a:t>
            </a:r>
            <a:r>
              <a:rPr lang="en-IN" sz="3200" u="sng" dirty="0">
                <a:solidFill>
                  <a:srgbClr val="FFC000"/>
                </a:solidFill>
                <a:latin typeface="Candara" panose="020E0502030303020204" pitchFamily="34" charset="0"/>
                <a:cs typeface="Times New Roman" panose="02020603050405020304" pitchFamily="18" charset="0"/>
              </a:rPr>
              <a:t>MODULES</a:t>
            </a:r>
          </a:p>
        </p:txBody>
      </p:sp>
      <p:pic>
        <p:nvPicPr>
          <p:cNvPr id="4" name="Content Placeholder 3">
            <a:extLst>
              <a:ext uri="{FF2B5EF4-FFF2-40B4-BE49-F238E27FC236}">
                <a16:creationId xmlns:a16="http://schemas.microsoft.com/office/drawing/2014/main" id="{98B703FC-30E2-E8B6-0189-FBC6317DC825}"/>
              </a:ext>
            </a:extLst>
          </p:cNvPr>
          <p:cNvPicPr>
            <a:picLocks noGrp="1" noChangeAspect="1"/>
          </p:cNvPicPr>
          <p:nvPr>
            <p:ph idx="1"/>
          </p:nvPr>
        </p:nvPicPr>
        <p:blipFill>
          <a:blip r:embed="rId2"/>
          <a:stretch>
            <a:fillRect/>
          </a:stretch>
        </p:blipFill>
        <p:spPr>
          <a:xfrm>
            <a:off x="6096000" y="42759"/>
            <a:ext cx="5859775" cy="6522593"/>
          </a:xfrm>
          <a:prstGeom prst="rect">
            <a:avLst/>
          </a:prstGeom>
        </p:spPr>
      </p:pic>
      <p:sp>
        <p:nvSpPr>
          <p:cNvPr id="6" name="TextBox 5">
            <a:extLst>
              <a:ext uri="{FF2B5EF4-FFF2-40B4-BE49-F238E27FC236}">
                <a16:creationId xmlns:a16="http://schemas.microsoft.com/office/drawing/2014/main" id="{5D0FB6E5-0C5A-54AE-2EC5-CC809BA84F43}"/>
              </a:ext>
            </a:extLst>
          </p:cNvPr>
          <p:cNvSpPr txBox="1"/>
          <p:nvPr/>
        </p:nvSpPr>
        <p:spPr>
          <a:xfrm>
            <a:off x="844062" y="2023369"/>
            <a:ext cx="6094324" cy="3139321"/>
          </a:xfrm>
          <a:prstGeom prst="rect">
            <a:avLst/>
          </a:prstGeom>
          <a:noFill/>
        </p:spPr>
        <p:txBody>
          <a:bodyPr wrap="square">
            <a:spAutoFit/>
          </a:bodyPr>
          <a:lstStyle/>
          <a:p>
            <a:pPr algn="just">
              <a:lnSpc>
                <a:spcPct val="200000"/>
              </a:lnSpc>
            </a:pPr>
            <a:r>
              <a:rPr lang="en-US" b="1" dirty="0">
                <a:latin typeface="Times New Roman" panose="02020603050405020304" pitchFamily="18" charset="0"/>
                <a:cs typeface="Times New Roman" panose="02020603050405020304" pitchFamily="18" charset="0"/>
              </a:rPr>
              <a:t>1. User Authentication Module</a:t>
            </a:r>
          </a:p>
          <a:p>
            <a:pPr algn="just">
              <a:lnSpc>
                <a:spcPct val="200000"/>
              </a:lnSpc>
            </a:pPr>
            <a:r>
              <a:rPr lang="en-US" b="1" dirty="0">
                <a:latin typeface="Times New Roman" panose="02020603050405020304" pitchFamily="18" charset="0"/>
                <a:cs typeface="Times New Roman" panose="02020603050405020304" pitchFamily="18" charset="0"/>
              </a:rPr>
              <a:t>2. Movie Management Module </a:t>
            </a:r>
          </a:p>
          <a:p>
            <a:pPr algn="just">
              <a:lnSpc>
                <a:spcPct val="200000"/>
              </a:lnSpc>
            </a:pPr>
            <a:r>
              <a:rPr lang="en-US" b="1" dirty="0">
                <a:latin typeface="Times New Roman" panose="02020603050405020304" pitchFamily="18" charset="0"/>
                <a:cs typeface="Times New Roman" panose="02020603050405020304" pitchFamily="18" charset="0"/>
              </a:rPr>
              <a:t>3. AI-Module for Preferences </a:t>
            </a:r>
          </a:p>
          <a:p>
            <a:pPr algn="just">
              <a:lnSpc>
                <a:spcPct val="200000"/>
              </a:lnSpc>
            </a:pPr>
            <a:r>
              <a:rPr lang="en-US" b="1" dirty="0">
                <a:latin typeface="Times New Roman" panose="02020603050405020304" pitchFamily="18" charset="0"/>
                <a:cs typeface="Times New Roman" panose="02020603050405020304" pitchFamily="18" charset="0"/>
              </a:rPr>
              <a:t>4. Feedback and Review Module</a:t>
            </a:r>
          </a:p>
          <a:p>
            <a:pPr algn="just">
              <a:lnSpc>
                <a:spcPct val="200000"/>
              </a:lnSpc>
            </a:pPr>
            <a:r>
              <a:rPr lang="en-US" b="1" dirty="0">
                <a:latin typeface="Times New Roman" panose="02020603050405020304" pitchFamily="18" charset="0"/>
                <a:cs typeface="Times New Roman" panose="02020603050405020304" pitchFamily="18" charset="0"/>
              </a:rPr>
              <a:t>5. Subscription and Payment Module</a:t>
            </a:r>
          </a:p>
          <a:p>
            <a:endParaRPr lang="en-IN" dirty="0"/>
          </a:p>
        </p:txBody>
      </p:sp>
    </p:spTree>
    <p:extLst>
      <p:ext uri="{BB962C8B-B14F-4D97-AF65-F5344CB8AC3E}">
        <p14:creationId xmlns:p14="http://schemas.microsoft.com/office/powerpoint/2010/main" val="231084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15585-B75F-7D0F-6EED-CF94A6607D50}"/>
              </a:ext>
            </a:extLst>
          </p:cNvPr>
          <p:cNvSpPr>
            <a:spLocks noGrp="1"/>
          </p:cNvSpPr>
          <p:nvPr>
            <p:ph type="title"/>
          </p:nvPr>
        </p:nvSpPr>
        <p:spPr/>
        <p:txBody>
          <a:bodyPr>
            <a:normAutofit/>
          </a:bodyPr>
          <a:lstStyle/>
          <a:p>
            <a:pPr algn="ctr"/>
            <a:r>
              <a:rPr lang="en-IN" sz="4000" dirty="0">
                <a:solidFill>
                  <a:srgbClr val="C00000"/>
                </a:solidFill>
                <a:latin typeface="Candara" panose="020E0502030303020204" pitchFamily="34" charset="0"/>
              </a:rPr>
              <a:t>REQUIREMENTS</a:t>
            </a:r>
          </a:p>
        </p:txBody>
      </p:sp>
      <p:sp>
        <p:nvSpPr>
          <p:cNvPr id="3" name="Content Placeholder 2">
            <a:extLst>
              <a:ext uri="{FF2B5EF4-FFF2-40B4-BE49-F238E27FC236}">
                <a16:creationId xmlns:a16="http://schemas.microsoft.com/office/drawing/2014/main" id="{8F18C3C8-A059-1756-2D32-9C8F8A5977CC}"/>
              </a:ext>
            </a:extLst>
          </p:cNvPr>
          <p:cNvSpPr>
            <a:spLocks noGrp="1"/>
          </p:cNvSpPr>
          <p:nvPr>
            <p:ph sz="half" idx="1"/>
          </p:nvPr>
        </p:nvSpPr>
        <p:spPr/>
        <p:txBody>
          <a:bodyPr>
            <a:normAutofit/>
          </a:bodyPr>
          <a:lstStyle/>
          <a:p>
            <a:pPr marL="0" indent="0" algn="ctr">
              <a:buNone/>
            </a:pPr>
            <a:r>
              <a:rPr lang="en-IN" sz="3000" dirty="0">
                <a:solidFill>
                  <a:srgbClr val="FFC000"/>
                </a:solidFill>
                <a:latin typeface="Candara" panose="020E0502030303020204" pitchFamily="34" charset="0"/>
              </a:rPr>
              <a:t>SOFTWARE</a:t>
            </a:r>
          </a:p>
          <a:p>
            <a:pPr algn="just">
              <a:lnSpc>
                <a:spcPct val="200000"/>
              </a:lnSpc>
            </a:pPr>
            <a:r>
              <a:rPr lang="en-IN" sz="1600" dirty="0">
                <a:latin typeface="Times New Roman" panose="02020603050405020304" pitchFamily="18" charset="0"/>
                <a:cs typeface="Times New Roman" panose="02020603050405020304" pitchFamily="18" charset="0"/>
              </a:rPr>
              <a:t>Operating System : Microsoft windows 10 or Above</a:t>
            </a:r>
          </a:p>
          <a:p>
            <a:pPr algn="just">
              <a:lnSpc>
                <a:spcPct val="200000"/>
              </a:lnSpc>
            </a:pPr>
            <a:r>
              <a:rPr lang="en-IN" sz="1600" dirty="0">
                <a:latin typeface="Times New Roman" panose="02020603050405020304" pitchFamily="18" charset="0"/>
                <a:cs typeface="Times New Roman" panose="02020603050405020304" pitchFamily="18" charset="0"/>
              </a:rPr>
              <a:t>Front End : JavaScript, HTML, CSS</a:t>
            </a:r>
          </a:p>
          <a:p>
            <a:pPr algn="just">
              <a:lnSpc>
                <a:spcPct val="200000"/>
              </a:lnSpc>
            </a:pPr>
            <a:r>
              <a:rPr lang="en-IN" sz="1600" dirty="0">
                <a:latin typeface="Times New Roman" panose="02020603050405020304" pitchFamily="18" charset="0"/>
                <a:cs typeface="Times New Roman" panose="02020603050405020304" pitchFamily="18" charset="0"/>
              </a:rPr>
              <a:t>Back End  : PostgreSQL, Python Django</a:t>
            </a:r>
          </a:p>
          <a:p>
            <a:pPr algn="just">
              <a:lnSpc>
                <a:spcPct val="200000"/>
              </a:lnSpc>
            </a:pPr>
            <a:r>
              <a:rPr lang="en-IN" sz="1600" dirty="0">
                <a:latin typeface="Times New Roman" panose="02020603050405020304" pitchFamily="18" charset="0"/>
                <a:cs typeface="Times New Roman" panose="02020603050405020304" pitchFamily="18" charset="0"/>
              </a:rPr>
              <a:t>IDE :  </a:t>
            </a:r>
            <a:r>
              <a:rPr lang="en-IN" sz="1600">
                <a:latin typeface="Times New Roman" panose="02020603050405020304" pitchFamily="18" charset="0"/>
                <a:cs typeface="Times New Roman" panose="02020603050405020304" pitchFamily="18" charset="0"/>
              </a:rPr>
              <a:t>VSCode</a:t>
            </a:r>
            <a:endParaRPr lang="en-IN" sz="1600" dirty="0">
              <a:latin typeface="Times New Roman" panose="02020603050405020304" pitchFamily="18" charset="0"/>
              <a:cs typeface="Times New Roman" panose="02020603050405020304" pitchFamily="18" charset="0"/>
            </a:endParaRPr>
          </a:p>
          <a:p>
            <a:pPr marL="0" indent="0" algn="ctr">
              <a:buNone/>
            </a:pPr>
            <a:endParaRPr lang="en-IN" sz="1800" dirty="0">
              <a:latin typeface="Candara" panose="020E0502030303020204" pitchFamily="34" charset="0"/>
            </a:endParaRPr>
          </a:p>
        </p:txBody>
      </p:sp>
      <p:sp>
        <p:nvSpPr>
          <p:cNvPr id="4" name="Content Placeholder 3">
            <a:extLst>
              <a:ext uri="{FF2B5EF4-FFF2-40B4-BE49-F238E27FC236}">
                <a16:creationId xmlns:a16="http://schemas.microsoft.com/office/drawing/2014/main" id="{9BD11A31-2F83-C388-E728-FFC97EE6D73B}"/>
              </a:ext>
            </a:extLst>
          </p:cNvPr>
          <p:cNvSpPr>
            <a:spLocks noGrp="1"/>
          </p:cNvSpPr>
          <p:nvPr>
            <p:ph sz="half" idx="2"/>
          </p:nvPr>
        </p:nvSpPr>
        <p:spPr/>
        <p:txBody>
          <a:bodyPr>
            <a:normAutofit/>
          </a:bodyPr>
          <a:lstStyle/>
          <a:p>
            <a:pPr marL="0" indent="0" algn="ctr">
              <a:buNone/>
            </a:pPr>
            <a:r>
              <a:rPr lang="en-IN" sz="3000" dirty="0">
                <a:solidFill>
                  <a:srgbClr val="FFC000"/>
                </a:solidFill>
                <a:latin typeface="Candara" panose="020E0502030303020204" pitchFamily="34" charset="0"/>
              </a:rPr>
              <a:t>HARDWARE</a:t>
            </a:r>
          </a:p>
          <a:p>
            <a:pPr algn="just">
              <a:lnSpc>
                <a:spcPct val="200000"/>
              </a:lnSpc>
            </a:pPr>
            <a:r>
              <a:rPr lang="en-US" sz="1600" dirty="0">
                <a:latin typeface="Times New Roman" panose="02020603050405020304" pitchFamily="18" charset="0"/>
                <a:cs typeface="Times New Roman" panose="02020603050405020304" pitchFamily="18" charset="0"/>
              </a:rPr>
              <a:t>Processor : AMD  Ryzen 5 or Above , Intel i3 or Above</a:t>
            </a:r>
          </a:p>
          <a:p>
            <a:pPr algn="just">
              <a:lnSpc>
                <a:spcPct val="200000"/>
              </a:lnSpc>
            </a:pPr>
            <a:r>
              <a:rPr lang="en-US" sz="1600" dirty="0">
                <a:latin typeface="Times New Roman" panose="02020603050405020304" pitchFamily="18" charset="0"/>
                <a:cs typeface="Times New Roman" panose="02020603050405020304" pitchFamily="18" charset="0"/>
              </a:rPr>
              <a:t>Main Memory : 4GB or Above        </a:t>
            </a:r>
          </a:p>
          <a:p>
            <a:pPr algn="just">
              <a:lnSpc>
                <a:spcPct val="200000"/>
              </a:lnSpc>
            </a:pPr>
            <a:r>
              <a:rPr lang="en-US" sz="1600" dirty="0">
                <a:latin typeface="Times New Roman" panose="02020603050405020304" pitchFamily="18" charset="0"/>
                <a:cs typeface="Times New Roman" panose="02020603050405020304" pitchFamily="18" charset="0"/>
              </a:rPr>
              <a:t> Hard Disk Capacity : 100GB or Above       </a:t>
            </a:r>
          </a:p>
          <a:p>
            <a:pPr algn="just">
              <a:lnSpc>
                <a:spcPct val="200000"/>
              </a:lnSpc>
            </a:pPr>
            <a:r>
              <a:rPr lang="en-US" sz="1600" dirty="0">
                <a:latin typeface="Times New Roman" panose="02020603050405020304" pitchFamily="18" charset="0"/>
                <a:cs typeface="Times New Roman" panose="02020603050405020304" pitchFamily="18" charset="0"/>
              </a:rPr>
              <a:t>Mouse : Any compatible        </a:t>
            </a:r>
          </a:p>
          <a:p>
            <a:pPr algn="just">
              <a:lnSpc>
                <a:spcPct val="200000"/>
              </a:lnSpc>
            </a:pPr>
            <a:r>
              <a:rPr lang="en-US" sz="1600" dirty="0">
                <a:latin typeface="Times New Roman" panose="02020603050405020304" pitchFamily="18" charset="0"/>
                <a:cs typeface="Times New Roman" panose="02020603050405020304" pitchFamily="18" charset="0"/>
              </a:rPr>
              <a:t> Keyboard : Any compatible</a:t>
            </a:r>
            <a:endParaRPr lang="en-IN" sz="1600" dirty="0">
              <a:latin typeface="Times New Roman" panose="02020603050405020304" pitchFamily="18" charset="0"/>
              <a:cs typeface="Times New Roman" panose="02020603050405020304" pitchFamily="18" charset="0"/>
            </a:endParaRPr>
          </a:p>
          <a:p>
            <a:pPr marL="0" indent="0" algn="ctr">
              <a:buNone/>
            </a:pPr>
            <a:endParaRPr lang="en-IN" sz="1800" dirty="0">
              <a:latin typeface="Candara" panose="020E0502030303020204" pitchFamily="34" charset="0"/>
            </a:endParaRPr>
          </a:p>
        </p:txBody>
      </p:sp>
    </p:spTree>
    <p:extLst>
      <p:ext uri="{BB962C8B-B14F-4D97-AF65-F5344CB8AC3E}">
        <p14:creationId xmlns:p14="http://schemas.microsoft.com/office/powerpoint/2010/main" val="259874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700EA-CC60-B3FF-6652-DBEA0AAF813A}"/>
              </a:ext>
            </a:extLst>
          </p:cNvPr>
          <p:cNvSpPr>
            <a:spLocks noGrp="1"/>
          </p:cNvSpPr>
          <p:nvPr>
            <p:ph type="title"/>
          </p:nvPr>
        </p:nvSpPr>
        <p:spPr>
          <a:xfrm>
            <a:off x="762000" y="221293"/>
            <a:ext cx="10515600" cy="1325563"/>
          </a:xfrm>
        </p:spPr>
        <p:txBody>
          <a:bodyPr/>
          <a:lstStyle/>
          <a:p>
            <a:pPr algn="ctr"/>
            <a:r>
              <a:rPr lang="en-IN" dirty="0">
                <a:solidFill>
                  <a:srgbClr val="C00000"/>
                </a:solidFill>
                <a:latin typeface="Candara" panose="020E0502030303020204" pitchFamily="34" charset="0"/>
              </a:rPr>
              <a:t>US</a:t>
            </a:r>
            <a:r>
              <a:rPr lang="en-IN" dirty="0">
                <a:solidFill>
                  <a:srgbClr val="FFC000"/>
                </a:solidFill>
                <a:latin typeface="Candara" panose="020E0502030303020204" pitchFamily="34" charset="0"/>
              </a:rPr>
              <a:t>E</a:t>
            </a:r>
            <a:r>
              <a:rPr lang="en-IN" dirty="0">
                <a:solidFill>
                  <a:srgbClr val="C00000"/>
                </a:solidFill>
                <a:latin typeface="Candara" panose="020E0502030303020204" pitchFamily="34" charset="0"/>
              </a:rPr>
              <a:t>RS</a:t>
            </a:r>
            <a:endParaRPr lang="en-IN" dirty="0">
              <a:latin typeface="Candara" panose="020E0502030303020204" pitchFamily="34" charset="0"/>
            </a:endParaRPr>
          </a:p>
        </p:txBody>
      </p:sp>
      <p:sp>
        <p:nvSpPr>
          <p:cNvPr id="3" name="Content Placeholder 2">
            <a:extLst>
              <a:ext uri="{FF2B5EF4-FFF2-40B4-BE49-F238E27FC236}">
                <a16:creationId xmlns:a16="http://schemas.microsoft.com/office/drawing/2014/main" id="{4CC81967-613F-25ED-1E4A-8879399D3911}"/>
              </a:ext>
            </a:extLst>
          </p:cNvPr>
          <p:cNvSpPr>
            <a:spLocks noGrp="1"/>
          </p:cNvSpPr>
          <p:nvPr>
            <p:ph sz="half" idx="1"/>
          </p:nvPr>
        </p:nvSpPr>
        <p:spPr/>
        <p:txBody>
          <a:bodyPr>
            <a:normAutofit/>
          </a:bodyPr>
          <a:lstStyle/>
          <a:p>
            <a:pPr marL="0" indent="0" algn="ctr">
              <a:buNone/>
            </a:pPr>
            <a:r>
              <a:rPr lang="en-IN" b="1" dirty="0">
                <a:latin typeface="Times New Roman" panose="02020603050405020304" pitchFamily="18" charset="0"/>
                <a:cs typeface="Times New Roman" panose="02020603050405020304" pitchFamily="18" charset="0"/>
              </a:rPr>
              <a:t>ADMIN</a:t>
            </a:r>
          </a:p>
          <a:p>
            <a:pPr marL="0" indent="0" algn="ctr">
              <a:buNone/>
            </a:pPr>
            <a:endParaRPr lang="en-IN" b="1" dirty="0">
              <a:latin typeface="Times New Roman" panose="02020603050405020304" pitchFamily="18" charset="0"/>
              <a:cs typeface="Times New Roman" panose="02020603050405020304" pitchFamily="18" charset="0"/>
            </a:endParaRPr>
          </a:p>
          <a:p>
            <a:pPr marL="0" indent="0" algn="ctr">
              <a:buNone/>
            </a:pPr>
            <a:endParaRPr lang="en-IN" b="1" dirty="0">
              <a:latin typeface="Times New Roman" panose="02020603050405020304" pitchFamily="18" charset="0"/>
              <a:cs typeface="Times New Roman" panose="02020603050405020304" pitchFamily="18" charset="0"/>
            </a:endParaRPr>
          </a:p>
        </p:txBody>
      </p:sp>
      <p:pic>
        <p:nvPicPr>
          <p:cNvPr id="5" name="Picture 2" descr="Animated Administrator Images - Free Download on Freepik">
            <a:extLst>
              <a:ext uri="{FF2B5EF4-FFF2-40B4-BE49-F238E27FC236}">
                <a16:creationId xmlns:a16="http://schemas.microsoft.com/office/drawing/2014/main" id="{FCA11FAB-E21B-953B-BE55-E8ACA9139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747963"/>
            <a:ext cx="3429000" cy="3225962"/>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8EF86AF5-28BA-CCCA-99DF-5814D511597A}"/>
              </a:ext>
            </a:extLst>
          </p:cNvPr>
          <p:cNvSpPr>
            <a:spLocks noGrp="1"/>
          </p:cNvSpPr>
          <p:nvPr>
            <p:ph sz="half" idx="2"/>
          </p:nvPr>
        </p:nvSpPr>
        <p:spPr/>
        <p:txBody>
          <a:bodyPr/>
          <a:lstStyle/>
          <a:p>
            <a:pPr marL="0" indent="0" algn="ctr">
              <a:buNone/>
            </a:pPr>
            <a:r>
              <a:rPr lang="en-IN" b="1" dirty="0">
                <a:latin typeface="Times New Roman" panose="02020603050405020304" pitchFamily="18" charset="0"/>
                <a:cs typeface="Times New Roman" panose="02020603050405020304" pitchFamily="18" charset="0"/>
              </a:rPr>
              <a:t>VIEWERS</a:t>
            </a:r>
          </a:p>
          <a:p>
            <a:pPr marL="0" indent="0" algn="ctr">
              <a:buNone/>
            </a:pPr>
            <a:endParaRPr lang="en-IN" dirty="0"/>
          </a:p>
          <a:p>
            <a:pPr marL="0" indent="0" algn="ctr">
              <a:buNone/>
            </a:pPr>
            <a:endParaRPr lang="en-IN" dirty="0"/>
          </a:p>
        </p:txBody>
      </p:sp>
      <p:pic>
        <p:nvPicPr>
          <p:cNvPr id="7" name="Picture 4" descr="Family enjoying time together">
            <a:extLst>
              <a:ext uri="{FF2B5EF4-FFF2-40B4-BE49-F238E27FC236}">
                <a16:creationId xmlns:a16="http://schemas.microsoft.com/office/drawing/2014/main" id="{09D3338B-0BDA-E266-E550-06B74734D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1594" y="2747963"/>
            <a:ext cx="4842812" cy="32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34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F691220-6168-3776-33BA-1BDBF21BD1D1}"/>
              </a:ext>
            </a:extLst>
          </p:cNvPr>
          <p:cNvSpPr txBox="1">
            <a:spLocks/>
          </p:cNvSpPr>
          <p:nvPr/>
        </p:nvSpPr>
        <p:spPr>
          <a:xfrm>
            <a:off x="6937513" y="1785868"/>
            <a:ext cx="3418533" cy="2845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IN" b="1" dirty="0">
              <a:latin typeface="Times New Roman" panose="02020603050405020304" pitchFamily="18" charset="0"/>
              <a:cs typeface="Times New Roman" panose="02020603050405020304" pitchFamily="18" charset="0"/>
            </a:endParaRPr>
          </a:p>
        </p:txBody>
      </p:sp>
      <p:pic>
        <p:nvPicPr>
          <p:cNvPr id="3078" name="Picture 6" descr="Page 12 | Ott icons for free download | Freepik">
            <a:extLst>
              <a:ext uri="{FF2B5EF4-FFF2-40B4-BE49-F238E27FC236}">
                <a16:creationId xmlns:a16="http://schemas.microsoft.com/office/drawing/2014/main" id="{604A06AC-2C75-CB3A-0C0B-44560AFD2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436" y="1083226"/>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750449-CF4C-F9D6-774C-7AB76E91FAD0}"/>
              </a:ext>
            </a:extLst>
          </p:cNvPr>
          <p:cNvSpPr txBox="1"/>
          <p:nvPr/>
        </p:nvSpPr>
        <p:spPr>
          <a:xfrm>
            <a:off x="3047171" y="3513494"/>
            <a:ext cx="6097656" cy="830997"/>
          </a:xfrm>
          <a:prstGeom prst="rect">
            <a:avLst/>
          </a:prstGeom>
          <a:noFill/>
        </p:spPr>
        <p:txBody>
          <a:bodyPr wrap="square">
            <a:spAutoFit/>
          </a:bodyPr>
          <a:lstStyle/>
          <a:p>
            <a:pPr algn="ctr"/>
            <a:r>
              <a:rPr lang="en-IN" sz="4800" b="1" dirty="0">
                <a:solidFill>
                  <a:srgbClr val="000000"/>
                </a:solidFill>
                <a:effectLst/>
                <a:latin typeface="Times New Roman" panose="02020603050405020304" pitchFamily="18" charset="0"/>
                <a:ea typeface="Times New Roman" panose="02020603050405020304" pitchFamily="18" charset="0"/>
              </a:rPr>
              <a:t>THANK YOU</a:t>
            </a:r>
            <a:endParaRPr lang="en-IN" sz="4800" b="1" dirty="0"/>
          </a:p>
        </p:txBody>
      </p:sp>
    </p:spTree>
    <p:extLst>
      <p:ext uri="{BB962C8B-B14F-4D97-AF65-F5344CB8AC3E}">
        <p14:creationId xmlns:p14="http://schemas.microsoft.com/office/powerpoint/2010/main" val="160210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316</TotalTime>
  <Words>304</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Candara</vt:lpstr>
      <vt:lpstr>Times New Roman</vt:lpstr>
      <vt:lpstr>Office Theme</vt:lpstr>
      <vt:lpstr>PowerPoint Presentation</vt:lpstr>
      <vt:lpstr>ABSTRACT &amp; RELEVANCE</vt:lpstr>
      <vt:lpstr>PowerPoint Presentation</vt:lpstr>
      <vt:lpstr>EXISTING SYSTEM</vt:lpstr>
      <vt:lpstr>                                        PROPOSED SYSTEM</vt:lpstr>
      <vt:lpstr>SYSTEM MODULES</vt:lpstr>
      <vt:lpstr>REQUIREMENTS</vt:lpstr>
      <vt:lpstr>USERS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SIVANI KISHOR</dc:creator>
  <cp:lastModifiedBy>SIVANI KISHOR</cp:lastModifiedBy>
  <cp:revision>1</cp:revision>
  <dcterms:created xsi:type="dcterms:W3CDTF">2025-04-06T14:02:44Z</dcterms:created>
  <dcterms:modified xsi:type="dcterms:W3CDTF">2025-04-06T19:21:02Z</dcterms:modified>
</cp:coreProperties>
</file>